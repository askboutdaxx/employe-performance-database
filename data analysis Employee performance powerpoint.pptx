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8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5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2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8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4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5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7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83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7562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0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85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65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42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0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09A62-ACFF-466A-B740-A0F1610C19B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D3D8A-ABD3-4A5E-95E7-B769B8A3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10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44D4-986A-65D6-D336-FCEF02D3E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06" y="171796"/>
            <a:ext cx="9755187" cy="3042580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Dep 202 data analysis cosmopolitan university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301BA-31BB-E133-2726-A984B03C2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542" y="3429000"/>
            <a:ext cx="8791575" cy="1655762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DATA ANALYSIS ASSIGNMENT ON EMPLOYEE PERFORMANCE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Emmanuel Omoefe Odafe</a:t>
            </a:r>
          </a:p>
          <a:p>
            <a:r>
              <a:rPr lang="en-US" sz="2800" dirty="0">
                <a:solidFill>
                  <a:schemeClr val="bg1"/>
                </a:solidFill>
              </a:rPr>
              <a:t>25A-SCT-CYB-0282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724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F0F9EE-0B8A-17FB-C2B1-E6777DFA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11" y="1008529"/>
            <a:ext cx="8534400" cy="10757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Business Objective (PROBLEM STATEMENT)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3E76-3B95-96F2-FF2F-D445C2F13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11" y="1156447"/>
            <a:ext cx="10152528" cy="454510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 have been hired as a Data Analyst by a company to review their employee performance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Analysis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What is the highest Monthly Salary in the dataset?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What is the lowest Monthly Salary recorded in the dataset?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Which Department has the highest total Performance Score?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many employees work in each Work Location (Abuja, Lagos, Remote)?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Which Job Level (Junior, Mid-Level, Senior) has the highest total salary paid?</a:t>
            </a:r>
          </a:p>
        </p:txBody>
      </p:sp>
    </p:spTree>
    <p:extLst>
      <p:ext uri="{BB962C8B-B14F-4D97-AF65-F5344CB8AC3E}">
        <p14:creationId xmlns:p14="http://schemas.microsoft.com/office/powerpoint/2010/main" val="2999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64E3-6D11-B94F-E993-AEA2F940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024" y="0"/>
            <a:ext cx="8888505" cy="156194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What are the highest and lowest monthly salaries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712E0-4B95-4176-01DC-6CEF49638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048" y="1750187"/>
            <a:ext cx="8534400" cy="4005154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The Highest Monthly Salary is 838877.7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The Lowest Monthly Salary is 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56E5C-6891-638C-3384-C46D64C7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74" y="2460812"/>
            <a:ext cx="3343272" cy="968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3A3B7-F7C8-B26F-CA08-947477D3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230" y="4948519"/>
            <a:ext cx="3214877" cy="96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4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CBA5-202F-6A71-DC2A-BF627290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67" y="144400"/>
            <a:ext cx="8534400" cy="98473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Which department has the highest total performance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A3AAA-24B3-D7BA-9385-908B5BD9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755" y="1968648"/>
            <a:ext cx="5634317" cy="2563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The department with the highest total performance score is the IT department having a score of 77.7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E12E5-6FC0-5648-B89E-89D76317E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5" y="1340829"/>
            <a:ext cx="4836458" cy="417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14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FE77-D521-D125-FF11-D9B2274A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87225"/>
            <a:ext cx="8534400" cy="84406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How many employees work in each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1AC5-6885-94F2-09FE-5DD0D0966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340" y="1701104"/>
            <a:ext cx="5730035" cy="2997659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 31employees working remotely</a:t>
            </a:r>
          </a:p>
          <a:p>
            <a:r>
              <a:rPr lang="en-US" sz="3600" dirty="0">
                <a:solidFill>
                  <a:schemeClr val="bg1"/>
                </a:solidFill>
              </a:rPr>
              <a:t>28 employees working in Abuja</a:t>
            </a:r>
          </a:p>
          <a:p>
            <a:r>
              <a:rPr lang="en-US" sz="3600" dirty="0">
                <a:solidFill>
                  <a:schemeClr val="bg1"/>
                </a:solidFill>
              </a:rPr>
              <a:t>25 employees working in Lagos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1843B-4E90-A6EF-FC1B-AC74CA12F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05" y="1031286"/>
            <a:ext cx="4717025" cy="43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6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D4B2-235B-5A42-47C1-E76EBE9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517" y="16389"/>
            <a:ext cx="8534400" cy="1178835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Which job level has the highest total salary paid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E1C9C-462E-C35D-3F4A-8A4B96A6C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8031" y="1889428"/>
            <a:ext cx="5673969" cy="28698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 Junior Level with 12346156.17 has the highest  total salary paid.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F0673-FA2F-FD86-83D0-A27BA370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84" y="1317811"/>
            <a:ext cx="4981539" cy="40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B162-A760-16CE-B3CE-11F26DC0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671" y="99096"/>
            <a:ext cx="8534400" cy="5732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    </a:t>
            </a:r>
            <a:r>
              <a:rPr lang="en-US" sz="4400" b="1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4A893-1A38-5A7F-5E2C-2644F47D9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097280"/>
            <a:ext cx="11174853" cy="391847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Audit and replace all "NA" and "0" placeholders in employee records with accurate, verified data across the Department, Monthly Salary, and Performance Score fields.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Design and deliver targeted training and feedback initiatives for the HR Department to bridge performance gaps and strengthen overall team effectiveness</a:t>
            </a:r>
          </a:p>
        </p:txBody>
      </p:sp>
    </p:spTree>
    <p:extLst>
      <p:ext uri="{BB962C8B-B14F-4D97-AF65-F5344CB8AC3E}">
        <p14:creationId xmlns:p14="http://schemas.microsoft.com/office/powerpoint/2010/main" val="101847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10F08D-8B17-1AC5-1801-942AB9A5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859" y="0"/>
            <a:ext cx="10139083" cy="3429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bg1"/>
                </a:solidFill>
              </a:rPr>
              <a:t>Thank you for Your time</a:t>
            </a:r>
          </a:p>
        </p:txBody>
      </p:sp>
    </p:spTree>
    <p:extLst>
      <p:ext uri="{BB962C8B-B14F-4D97-AF65-F5344CB8AC3E}">
        <p14:creationId xmlns:p14="http://schemas.microsoft.com/office/powerpoint/2010/main" val="3737988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226</TotalTime>
  <Words>253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Dep 202 data analysis cosmopolitan university</vt:lpstr>
      <vt:lpstr>Business Objective (PROBLEM STATEMENT) </vt:lpstr>
      <vt:lpstr>What are the highest and lowest monthly salaries</vt:lpstr>
      <vt:lpstr>Which department has the highest total performance score</vt:lpstr>
      <vt:lpstr>How many employees work in each location</vt:lpstr>
      <vt:lpstr>Which job level has the highest total salary paid</vt:lpstr>
      <vt:lpstr>     recommendations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SARAHODAH INVESTMENT LIMITED</dc:creator>
  <cp:lastModifiedBy>SARAHODAH INVESTMENT LIMITED</cp:lastModifiedBy>
  <cp:revision>8</cp:revision>
  <dcterms:created xsi:type="dcterms:W3CDTF">2026-04-12T23:03:49Z</dcterms:created>
  <dcterms:modified xsi:type="dcterms:W3CDTF">2026-04-14T10:46:39Z</dcterms:modified>
</cp:coreProperties>
</file>